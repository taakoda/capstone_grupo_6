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aBT4fURVFQqloSVMMr3KTLFY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PROYECTO APT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KalliCode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52044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Automatización del desarrollo de software mediante un pipeline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orquestado por IA — con seguridad multi-tenant y trazabilidad total.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822960" y="4617720"/>
            <a:ext cx="594360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822960" y="4800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9B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8FA9BE"/>
                </a:solidFill>
                <a:latin typeface="Calibri"/>
                <a:ea typeface="Calibri"/>
                <a:cs typeface="Calibri"/>
                <a:sym typeface="Calibri"/>
              </a:rPr>
              <a:t>Integrantes: Macarena Silva, Dan Retamal, José Lagos, Juan José Millares.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9B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8FA9BE"/>
                </a:solidFill>
                <a:latin typeface="Calibri"/>
                <a:ea typeface="Calibri"/>
                <a:cs typeface="Calibri"/>
                <a:sym typeface="Calibri"/>
              </a:rPr>
              <a:t>Docente: José Luis Pino cofre.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EL CONCEPTO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¿Qué es KalliCode?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600200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Plataforma SaaS multi-tenant que automatiza la producción de software: recibe un ticket, diseña alternativas, ejecuta cambios de código a través de tres niveles de modelos de lenguaje, aplica controles de calidad y seguridad, exige aprobación humana en puntos críticos y deja auditoría inmutable de todo lo ocurrido.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EAF3F8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229868" y="3264408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29868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13232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Ticket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13232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Cliente envía la solicitud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331720" y="3063240"/>
            <a:ext cx="16916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500884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EAF3F8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90672" y="3264408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090672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574036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574036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Se proponen alternativas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92524" y="3063240"/>
            <a:ext cx="16916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61688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EAF3F8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51476" y="3264408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951476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434840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434840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3 niveles de LLM ejecutan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053328" y="3063240"/>
            <a:ext cx="16916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22492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EAF3F8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12280" y="3264408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12280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95644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95644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Controles y seguridad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914132" y="3063240"/>
            <a:ext cx="16916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083296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73084" y="326440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673084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156448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156448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E4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E4EC"/>
                </a:solidFill>
                <a:latin typeface="Calibri"/>
                <a:ea typeface="Calibri"/>
                <a:cs typeface="Calibri"/>
                <a:sym typeface="Calibri"/>
              </a:rPr>
              <a:t>Aprobación humana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774936" y="3063240"/>
            <a:ext cx="16916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944100" y="3063240"/>
            <a:ext cx="1691640" cy="1965960"/>
          </a:xfrm>
          <a:prstGeom prst="roundRect">
            <a:avLst>
              <a:gd fmla="val 4324" name="adj"/>
            </a:avLst>
          </a:prstGeom>
          <a:solidFill>
            <a:srgbClr val="EAF3F8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533888" y="3264408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533888" y="3264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017252" y="386791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Auditoría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0017252" y="4233672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Registro inmutable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Trabajamos con alto dominio el diseño de soluciones innovadoras y el diseño según contexto organizacional; con dominio excelente, la ingeniería de requisitos y el diseño de software según su ciclo de vida.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RELEVANCIA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Por qué elegimos este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" y="1828800"/>
            <a:ext cx="5257800" cy="3291840"/>
          </a:xfrm>
          <a:prstGeom prst="roundRect">
            <a:avLst>
              <a:gd fmla="val 2778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214884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60120" y="27889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Relevancia laboral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3246120"/>
            <a:ext cx="4617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La automatización asistida por IA del ciclo de desarrollo es hoy uno de los cambios más relevantes del campo. Orquestar un pipeline con seguridad multi-tenant y trazabilidad completa es justo la competencia que pide el mercado.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63640" y="1828800"/>
            <a:ext cx="5257800" cy="3291840"/>
          </a:xfrm>
          <a:prstGeom prst="roundRect">
            <a:avLst>
              <a:gd fmla="val 2778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83680" y="214884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83680" y="27889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Perfil de egreso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83680" y="3246120"/>
            <a:ext cx="4617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Conecta con Ingeniería en Informática: diseño de soluciones innovadoras y de calidad, diseño según contexto organizacional, ingeniería de requisitos y diseño de software según su ciclo de vida.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FRENTE BACKEND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Backend: el cerebro del sistema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1600200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Interés profesional del equipo: ciencia de datos, soluciones informáticas e inteligencia artificial. Aplicamos con alto dominio automatización de procesos vía ciencia de datos, y arquitecturas cloud en GCP y AWS, KalliCode se despliega como SaaS multi-tenant sobre infraestructura cloud.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Qué construimos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3209544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" y="3209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51560" y="3154680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API del portal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263640" y="3209544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263640" y="3209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675120" y="3154680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API interna del pipeline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3886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51560" y="3831336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Orquestador (6 etapas)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263640" y="3886200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63640" y="3886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675120" y="3831336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Motor LLM por tiers + control de costos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0080" y="4562856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0080" y="4562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51560" y="450799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Gates de aprobación humana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263640" y="4562856"/>
            <a:ext cx="292608" cy="2926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63640" y="4562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675120" y="450799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Auditoría exportable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dónde partimos en Backend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80" y="1783080"/>
            <a:ext cx="3429000" cy="1554480"/>
          </a:xfrm>
          <a:prstGeom prst="roundRect">
            <a:avLst>
              <a:gd fmla="val 5882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68680" y="194767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rPr>
              <a:t>77/79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68680" y="265176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endpoints ya implementados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343400" y="1783080"/>
            <a:ext cx="3429000" cy="1554480"/>
          </a:xfrm>
          <a:prstGeom prst="roundRect">
            <a:avLst>
              <a:gd fmla="val 5882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0" y="194767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rPr>
              <a:t>9/12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0" y="265176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endpoints internos ignoran la idempotencia exigida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046720" y="1783080"/>
            <a:ext cx="3429000" cy="1554480"/>
          </a:xfrm>
          <a:prstGeom prst="roundRect">
            <a:avLst>
              <a:gd fmla="val 5882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75320" y="194767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275320" y="265176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orquestador central: aún no existe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 épicas de trabajo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466344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188720" y="466344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EAF3F8"/>
                </a:solidFill>
                <a:latin typeface="Calibri"/>
                <a:ea typeface="Calibri"/>
                <a:cs typeface="Calibri"/>
                <a:sym typeface="Calibri"/>
              </a:rPr>
              <a:t>Seguridad y empaquetado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516636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5166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88720" y="516636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EAF3F8"/>
                </a:solidFill>
                <a:latin typeface="Calibri"/>
                <a:ea typeface="Calibri"/>
                <a:cs typeface="Calibri"/>
                <a:sym typeface="Calibri"/>
              </a:rPr>
              <a:t>Orquestador (mayor bloque nuevo)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0080" y="5669280"/>
            <a:ext cx="384048" cy="38404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5669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188720" y="566928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EAF3F8"/>
                </a:solidFill>
                <a:latin typeface="Calibri"/>
                <a:ea typeface="Calibri"/>
                <a:cs typeface="Calibri"/>
                <a:sym typeface="Calibri"/>
              </a:rPr>
              <a:t>Motor LLM, gates, workers y auditoría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FRENTE PORTAL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Portal: la experiencia usable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0080" y="160020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Interfaz en React y TypeScript que traduce el trabajo de backend en una experiencia usable: vistas del cliente, sesión, control de acceso a nivel de interfaz, accesibilidad e internacionalización.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315200" y="1600200"/>
            <a:ext cx="4206240" cy="731520"/>
          </a:xfrm>
          <a:prstGeom prst="roundRect">
            <a:avLst>
              <a:gd fmla="val 10000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543800" y="16733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543800" y="19659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Funciona en escritorio y en dispositivos móviles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315200" y="2468880"/>
            <a:ext cx="4206240" cy="731520"/>
          </a:xfrm>
          <a:prstGeom prst="roundRect">
            <a:avLst>
              <a:gd fmla="val 10000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543800" y="25420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Accesibilidad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543800" y="28346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Estándar WCAG AA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315200" y="3337560"/>
            <a:ext cx="4206240" cy="731520"/>
          </a:xfrm>
          <a:prstGeom prst="roundRect">
            <a:avLst>
              <a:gd fmla="val 10000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543800" y="34107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Internacionalización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543800" y="37033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Múltiples idiomas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315200" y="4206240"/>
            <a:ext cx="4206240" cy="731520"/>
          </a:xfrm>
          <a:prstGeom prst="roundRect">
            <a:avLst>
              <a:gd fmla="val 10000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543800" y="427939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Control de acceso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543800" y="457200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 nivel de interfaz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Cómo trabajamos: Scrum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Sprints semanales durante 12 semanas, con reuniones fijas para coordinar Backend y Portal dentro del mismo equipo.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080" y="2331720"/>
            <a:ext cx="2029968" cy="1417320"/>
          </a:xfrm>
          <a:prstGeom prst="roundRect">
            <a:avLst>
              <a:gd fmla="val 5161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" y="2331720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807208" y="2331720"/>
            <a:ext cx="2029968" cy="1417320"/>
          </a:xfrm>
          <a:prstGeom prst="roundRect">
            <a:avLst>
              <a:gd fmla="val 5161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898648" y="2331720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 diario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974336" y="2331720"/>
            <a:ext cx="2029968" cy="1417320"/>
          </a:xfrm>
          <a:prstGeom prst="roundRect">
            <a:avLst>
              <a:gd fmla="val 516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065776" y="2331720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Consejo de Arquitectura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141464" y="2331720"/>
            <a:ext cx="2029968" cy="1417320"/>
          </a:xfrm>
          <a:prstGeom prst="roundRect">
            <a:avLst>
              <a:gd fmla="val 5161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232904" y="2331720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Revisión del sprint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308592" y="2331720"/>
            <a:ext cx="2029968" cy="1417320"/>
          </a:xfrm>
          <a:prstGeom prst="roundRect">
            <a:avLst>
              <a:gd fmla="val 5161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400032" y="2331720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Contratos estables entre Backend y Portal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8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Por qué es factible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14400" y="219456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14400" y="29260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Scaffold funcional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14400" y="361188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Partimos de un scaffold funcional en ambos frentes, no de una hoja en blanco.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663440" y="219456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66344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63440" y="29260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24–30 SP / sprint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663440" y="361188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Capacidad de equipo estimada en story points por sprint.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412480" y="219456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41248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412480" y="29260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Gestión de riesgos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412480" y="361188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Si el trabajo en un frente se atrasa, la mitigación ya está definida (alto dominio aplicado).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Objetivos para las 12 semanas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fmla="val 695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68680" y="2052828"/>
            <a:ext cx="512064" cy="512064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68680" y="205282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600200" y="178308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Cerrar los hallazgos críticos de seguridad multi-tenant heredados del scaffold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68680" y="3241548"/>
            <a:ext cx="512064" cy="512064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68680" y="32415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600200" y="297180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Construir de extremo a extremo el orquestador del pipeline en Backend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fmla="val 695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68680" y="4430268"/>
            <a:ext cx="512064" cy="512064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68680" y="44302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600200" y="416052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Entregar en Portal las pantallas y flujos pendientes con estándares WCAG AA y diseño responsive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68680" y="5618988"/>
            <a:ext cx="512064" cy="512064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68680" y="56189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600200" y="534924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2203A"/>
                </a:solidFill>
                <a:latin typeface="Calibri"/>
                <a:ea typeface="Calibri"/>
                <a:cs typeface="Calibri"/>
                <a:sym typeface="Calibri"/>
              </a:rPr>
              <a:t>Alcanzar cobertura de pruebas automatizadas de al menos 80% en el código que tocamos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Seis hitos compartidos con el programa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0"/>
          <p:cNvCxnSpPr/>
          <p:nvPr/>
        </p:nvCxnSpPr>
        <p:spPr>
          <a:xfrm>
            <a:off x="1600200" y="2468880"/>
            <a:ext cx="89611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0"/>
          <p:cNvSpPr/>
          <p:nvPr/>
        </p:nvSpPr>
        <p:spPr>
          <a:xfrm>
            <a:off x="1490472" y="2359152"/>
            <a:ext cx="219456" cy="219456"/>
          </a:xfrm>
          <a:prstGeom prst="ellipse">
            <a:avLst/>
          </a:prstGeom>
          <a:solidFill>
            <a:srgbClr val="8FD3E8"/>
          </a:solidFill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77240" y="1874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Semana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2788920"/>
            <a:ext cx="2103120" cy="1828800"/>
          </a:xfrm>
          <a:prstGeom prst="roundRect">
            <a:avLst>
              <a:gd fmla="val 4000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85800" y="2926080"/>
            <a:ext cx="1828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7E4E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7E4EC"/>
                </a:solidFill>
                <a:latin typeface="Calibri"/>
                <a:ea typeface="Calibri"/>
                <a:cs typeface="Calibri"/>
                <a:sym typeface="Calibri"/>
              </a:rPr>
              <a:t>Base ejecutable y verificable, con aislamiento entre clientes demostrado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477512" y="2359152"/>
            <a:ext cx="219456" cy="219456"/>
          </a:xfrm>
          <a:prstGeom prst="ellipse">
            <a:avLst/>
          </a:prstGeom>
          <a:solidFill>
            <a:srgbClr val="8FD3E8"/>
          </a:solidFill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764280" y="1874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Semana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535680" y="2788920"/>
            <a:ext cx="2103120" cy="1828800"/>
          </a:xfrm>
          <a:prstGeom prst="roundRect">
            <a:avLst>
              <a:gd fmla="val 4000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672840" y="2926080"/>
            <a:ext cx="1828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7E4E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7E4EC"/>
                </a:solidFill>
                <a:latin typeface="Calibri"/>
                <a:ea typeface="Calibri"/>
                <a:cs typeface="Calibri"/>
                <a:sym typeface="Calibri"/>
              </a:rPr>
              <a:t>Pipeline completo de extremo a extremo, con gate firmado por un aprobador humano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7464552" y="2359152"/>
            <a:ext cx="219456" cy="219456"/>
          </a:xfrm>
          <a:prstGeom prst="ellipse">
            <a:avLst/>
          </a:prstGeom>
          <a:solidFill>
            <a:srgbClr val="8FD3E8"/>
          </a:solidFill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751320" y="1874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Semana 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522720" y="2788920"/>
            <a:ext cx="2103120" cy="1828800"/>
          </a:xfrm>
          <a:prstGeom prst="roundRect">
            <a:avLst>
              <a:gd fmla="val 4000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659880" y="2926080"/>
            <a:ext cx="1828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7E4E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7E4EC"/>
                </a:solidFill>
                <a:latin typeface="Calibri"/>
                <a:ea typeface="Calibri"/>
                <a:cs typeface="Calibri"/>
                <a:sym typeface="Calibri"/>
              </a:rPr>
              <a:t>Expediente de QA auditable, visible en el portal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451592" y="2359152"/>
            <a:ext cx="219456" cy="219456"/>
          </a:xfrm>
          <a:prstGeom prst="ellipse">
            <a:avLst/>
          </a:prstGeom>
          <a:solidFill>
            <a:srgbClr val="8FD3E8"/>
          </a:solidFill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738360" y="1874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Semana 12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509760" y="2788920"/>
            <a:ext cx="2103120" cy="1828800"/>
          </a:xfrm>
          <a:prstGeom prst="roundRect">
            <a:avLst>
              <a:gd fmla="val 4000" name="adj"/>
            </a:avLst>
          </a:prstGeom>
          <a:solidFill>
            <a:srgbClr val="12203A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646920" y="2926080"/>
            <a:ext cx="1828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7E4E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7E4EC"/>
                </a:solidFill>
                <a:latin typeface="Calibri"/>
                <a:ea typeface="Calibri"/>
                <a:cs typeface="Calibri"/>
                <a:sym typeface="Calibri"/>
              </a:rPr>
              <a:t>Release general, con pruebas de carga y documentación cerradas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Cómo demostramos que se cumplió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0080" y="1691640"/>
            <a:ext cx="5257800" cy="1920240"/>
          </a:xfrm>
          <a:prstGeom prst="roundRect">
            <a:avLst>
              <a:gd fmla="val 4762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554480" y="189280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PR aprobados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554480" y="2286000"/>
            <a:ext cx="4069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Pull requests revisados y aprobados por otro integrante del equipo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263640" y="1691640"/>
            <a:ext cx="5257800" cy="1920240"/>
          </a:xfrm>
          <a:prstGeom prst="roundRect">
            <a:avLst>
              <a:gd fmla="val 4762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178040" y="189280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Pruebas en verde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178040" y="2286000"/>
            <a:ext cx="4069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Pruebas automatizadas en verde, con la cobertura mínima exigida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40080" y="3886200"/>
            <a:ext cx="5257800" cy="1920240"/>
          </a:xfrm>
          <a:prstGeom prst="roundRect">
            <a:avLst>
              <a:gd fmla="val 4762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554480" y="408736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Demos en vivo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554480" y="4480560"/>
            <a:ext cx="4069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Demostraciones en la sprint review, sobre el entorno real, no en el computador local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263640" y="3886200"/>
            <a:ext cx="5257800" cy="1920240"/>
          </a:xfrm>
          <a:prstGeom prst="roundRect">
            <a:avLst>
              <a:gd fmla="val 4762" name="adj"/>
            </a:avLst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53796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178040" y="408736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2203A"/>
                </a:solidFill>
                <a:latin typeface="Cambria"/>
                <a:ea typeface="Cambria"/>
                <a:cs typeface="Cambria"/>
                <a:sym typeface="Cambria"/>
              </a:rPr>
              <a:t>Auditoría inmutable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178040" y="4480560"/>
            <a:ext cx="4069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65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65A"/>
                </a:solidFill>
                <a:latin typeface="Calibri"/>
                <a:ea typeface="Calibri"/>
                <a:cs typeface="Calibri"/>
                <a:sym typeface="Calibri"/>
              </a:rPr>
              <a:t>Registro del propio sistema, con trazabilidad de cada cambio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9966960" y="-1371600"/>
            <a:ext cx="3291840" cy="329184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UN SOLO EQUIPO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77240" y="2103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 y Portal, a la vez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22960" y="3200400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7D9E6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150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trabaja constantemente</a:t>
            </a:r>
            <a:r>
              <a:rPr lang="en-US" sz="1500">
                <a:solidFill>
                  <a:srgbClr val="C7D9E6"/>
                </a:solidFill>
                <a:latin typeface="Calibri"/>
                <a:ea typeface="Calibri"/>
                <a:cs typeface="Calibri"/>
                <a:sym typeface="Calibri"/>
              </a:rPr>
              <a:t> en el proyecto avanzando en los dos frentes en paralelo, coordinados por los mismos contratos y los mismos requerimientos internos.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822959" y="4572000"/>
            <a:ext cx="577378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rPr>
              <a:t>Muchas gracias.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2026-09-08T03:17:29Z</dcterms:created>
  <dc:creator>PptxGenJS</dc:creator>
</cp:coreProperties>
</file>